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0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412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Disciplinas &amp; Arquitetura de Pastas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Salerno  |  Ciencia da Computação, UniCEUB  |  Etapa Inicial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do Study Hub</a:t>
            </a:r>
            <a:endParaRPr lang="pt-BR" sz="32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 do 2º semestre de 2026</a:t>
            </a:r>
            <a:endParaRPr lang="pt-BR" sz="14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60835"/>
              </p:ext>
            </p:extLst>
          </p:nvPr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Semestre / Modulo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da Disciplina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Material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200" b="1" noProof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Bootcamp I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Anotações de aula, atividades e entregas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para desenvolvimento do portfolio acadêmico e profissional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 de Programação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Exercícios, algoritmos, provas praticas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Fundamento de logica aplicada em Python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Organização e Arquitetura de Computadores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de aula, resumos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hardware e arquitetura para otimização de sistemas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Matemática para Computação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 de aula, listas de exercícios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Fundamentação logica formal aplicada a computação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2026/2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de Dados I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Modelagem conceitual, exercícios de DER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noProof="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modelagem de dados para ciência de dados</a:t>
                      </a:r>
                      <a:endParaRPr lang="pt-B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Pastas (GitHub)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da estrutura - implementacao na Etapa Parcial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17904"/>
            <a:ext cx="128016" cy="128016"/>
          </a:xfrm>
          <a:prstGeom prst="ellipse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5" name="Text 3"/>
          <p:cNvSpPr/>
          <p:nvPr/>
        </p:nvSpPr>
        <p:spPr>
          <a:xfrm>
            <a:off x="1078992" y="1463040"/>
            <a:ext cx="49377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Meu_Study_Hub_TI/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25880" y="195224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7" name="Text 5"/>
          <p:cNvSpPr/>
          <p:nvPr/>
        </p:nvSpPr>
        <p:spPr>
          <a:xfrm>
            <a:off x="1581912" y="1897380"/>
            <a:ext cx="4434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01_Apresentacao_e_Perfil/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89738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Perfil, biografia, interesses e carreira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25880" y="238658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0" name="Text 8"/>
          <p:cNvSpPr/>
          <p:nvPr/>
        </p:nvSpPr>
        <p:spPr>
          <a:xfrm>
            <a:off x="1581912" y="2331720"/>
            <a:ext cx="4434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02_Disciplinas_Atuais/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282092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2" name="Text 10"/>
          <p:cNvSpPr/>
          <p:nvPr/>
        </p:nvSpPr>
        <p:spPr>
          <a:xfrm>
            <a:off x="2084832" y="2766060"/>
            <a:ext cx="3931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Bootcamp_I/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325526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4" name="Text 12"/>
          <p:cNvSpPr/>
          <p:nvPr/>
        </p:nvSpPr>
        <p:spPr>
          <a:xfrm>
            <a:off x="2587752" y="3200400"/>
            <a:ext cx="3429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Atividades_e_Entregas/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20040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das 3 etapas do Study Hub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68960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7" name="Text 15"/>
          <p:cNvSpPr/>
          <p:nvPr/>
        </p:nvSpPr>
        <p:spPr>
          <a:xfrm>
            <a:off x="2587752" y="3634740"/>
            <a:ext cx="3429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Anotações_e_Resumos/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63474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aula e resumos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12394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20" name="Text 18"/>
          <p:cNvSpPr/>
          <p:nvPr/>
        </p:nvSpPr>
        <p:spPr>
          <a:xfrm>
            <a:off x="2084832" y="4069080"/>
            <a:ext cx="3931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Logica_de_Programação/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406908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de 2 subpastas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455828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23" name="Text 21"/>
          <p:cNvSpPr/>
          <p:nvPr/>
        </p:nvSpPr>
        <p:spPr>
          <a:xfrm>
            <a:off x="2084832" y="4503420"/>
            <a:ext cx="3931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OAC/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450342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Arquitetura de Computadores - mesma estrutura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99262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26" name="Text 24"/>
          <p:cNvSpPr/>
          <p:nvPr/>
        </p:nvSpPr>
        <p:spPr>
          <a:xfrm>
            <a:off x="2084832" y="4937760"/>
            <a:ext cx="3931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Matemática_para_Computação/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49377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de 2 subpastas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542696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29" name="Text 27"/>
          <p:cNvSpPr/>
          <p:nvPr/>
        </p:nvSpPr>
        <p:spPr>
          <a:xfrm>
            <a:off x="2084832" y="5372100"/>
            <a:ext cx="3931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Banco_de_Dados_I/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537210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de 2 subpastas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25880" y="5861304"/>
            <a:ext cx="128016" cy="128016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32" name="Text 30"/>
          <p:cNvSpPr/>
          <p:nvPr/>
        </p:nvSpPr>
        <p:spPr>
          <a:xfrm>
            <a:off x="1581912" y="5806440"/>
            <a:ext cx="4434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03_Projetos_e_Certificados/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580644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Certificacoes (Google, IBM, MIT, Imperial, UMich) e projetos pessoais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273</Words>
  <Application>Microsoft Office PowerPoint</Application>
  <PresentationFormat>Widescreen</PresentationFormat>
  <Paragraphs>53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Hub - Matriz de Disciplinas e Arquitetura de Pastas</dc:title>
  <dc:subject/>
  <dc:creator>Gustavo Salerno</dc:creator>
  <cp:lastModifiedBy>Gustavo Guidini Salerno</cp:lastModifiedBy>
  <cp:revision>2</cp:revision>
  <dcterms:created xsi:type="dcterms:W3CDTF">2026-09-12T18:46:37Z</dcterms:created>
  <dcterms:modified xsi:type="dcterms:W3CDTF">2026-09-12T21:01:32Z</dcterms:modified>
</cp:coreProperties>
</file>